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6" r:id="rId1"/>
    <p:sldMasterId id="2147483657" r:id="rId2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1" r:id="rId7"/>
    <p:sldId id="260" r:id="rId8"/>
    <p:sldId id="262" r:id="rId9"/>
    <p:sldId id="263" r:id="rId10"/>
    <p:sldId id="264" r:id="rId11"/>
  </p:sldIdLst>
  <p:sldSz cx="12190413" cy="6858000"/>
  <p:notesSz cx="6858000" cy="9144000"/>
  <p:embeddedFontLst>
    <p:embeddedFont>
      <p:font typeface="Arial Black" panose="020B0A04020102020204" pitchFamily="34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4660"/>
  </p:normalViewPr>
  <p:slideViewPr>
    <p:cSldViewPr snapToGrid="0">
      <p:cViewPr varScale="1">
        <p:scale>
          <a:sx n="70" d="100"/>
          <a:sy n="70" d="100"/>
        </p:scale>
        <p:origin x="576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formation Slide">
  <p:cSld name="Information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body" idx="1"/>
          </p:nvPr>
        </p:nvSpPr>
        <p:spPr>
          <a:xfrm>
            <a:off x="2361406" y="3352800"/>
            <a:ext cx="74676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1218406" y="1371600"/>
            <a:ext cx="9372600" cy="12954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">
  <p:cSld name="Content Slid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ftr" idx="11"/>
          </p:nvPr>
        </p:nvSpPr>
        <p:spPr>
          <a:xfrm>
            <a:off x="0" y="6356351"/>
            <a:ext cx="12190413" cy="365125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/>
          <p:nvPr/>
        </p:nvSpPr>
        <p:spPr>
          <a:xfrm>
            <a:off x="-12698" y="6369051"/>
            <a:ext cx="12190413" cy="365125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www.cpur.in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330157" y="365126"/>
            <a:ext cx="9726934" cy="564317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546029" y="1173164"/>
            <a:ext cx="11161847" cy="4954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ct Slide2">
  <p:cSld name="Contect Slide2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ftr" idx="11"/>
          </p:nvPr>
        </p:nvSpPr>
        <p:spPr>
          <a:xfrm>
            <a:off x="0" y="6356351"/>
            <a:ext cx="12190413" cy="365125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/>
          <p:nvPr/>
        </p:nvSpPr>
        <p:spPr>
          <a:xfrm>
            <a:off x="-12698" y="6369051"/>
            <a:ext cx="12190413" cy="365125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www.cpur.in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330157" y="365126"/>
            <a:ext cx="9726934" cy="564317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330158" y="1160464"/>
            <a:ext cx="11528512" cy="5049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Layout">
  <p:cSld name="Title Layou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2361406" y="3352800"/>
            <a:ext cx="74676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1218406" y="1371600"/>
            <a:ext cx="9372600" cy="12954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dt" idx="10"/>
          </p:nvPr>
        </p:nvSpPr>
        <p:spPr>
          <a:xfrm>
            <a:off x="1218406" y="6172200"/>
            <a:ext cx="22348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ftr" idx="11"/>
          </p:nvPr>
        </p:nvSpPr>
        <p:spPr>
          <a:xfrm>
            <a:off x="4342606" y="6172200"/>
            <a:ext cx="3860297" cy="365125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990806" y="6172200"/>
            <a:ext cx="28444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837406" y="1295400"/>
            <a:ext cx="10743407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937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227807" y="152400"/>
            <a:ext cx="9144000" cy="6096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  <a:defRPr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formation Slide">
  <p:cSld name="Information Slide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>
            <a:spLocks noGrp="1"/>
          </p:cNvSpPr>
          <p:nvPr>
            <p:ph type="body" idx="1"/>
          </p:nvPr>
        </p:nvSpPr>
        <p:spPr>
          <a:xfrm>
            <a:off x="2361406" y="3352800"/>
            <a:ext cx="74676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1218406" y="1371600"/>
            <a:ext cx="93726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>
            <a:spLocks noGrp="1"/>
          </p:cNvSpPr>
          <p:nvPr>
            <p:ph type="dt" idx="10"/>
          </p:nvPr>
        </p:nvSpPr>
        <p:spPr>
          <a:xfrm>
            <a:off x="1218406" y="6172200"/>
            <a:ext cx="22348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ftr" idx="11"/>
          </p:nvPr>
        </p:nvSpPr>
        <p:spPr>
          <a:xfrm>
            <a:off x="4342606" y="6172200"/>
            <a:ext cx="386029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sldNum" idx="12"/>
          </p:nvPr>
        </p:nvSpPr>
        <p:spPr>
          <a:xfrm>
            <a:off x="8990806" y="6172200"/>
            <a:ext cx="28444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837406" y="1295400"/>
            <a:ext cx="10743407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227807" y="1524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  <a:defRPr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dt" idx="10"/>
          </p:nvPr>
        </p:nvSpPr>
        <p:spPr>
          <a:xfrm>
            <a:off x="609521" y="6356355"/>
            <a:ext cx="28444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ftr" idx="11"/>
          </p:nvPr>
        </p:nvSpPr>
        <p:spPr>
          <a:xfrm>
            <a:off x="4165058" y="6356355"/>
            <a:ext cx="386029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8736463" y="6356355"/>
            <a:ext cx="28444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body" idx="1"/>
          </p:nvPr>
        </p:nvSpPr>
        <p:spPr>
          <a:xfrm>
            <a:off x="837406" y="1295400"/>
            <a:ext cx="10743407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937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151606" y="152400"/>
            <a:ext cx="8915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  <a:defRPr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98359" y="365125"/>
            <a:ext cx="1696503" cy="62000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>
            <a:spLocks noGrp="1"/>
          </p:cNvSpPr>
          <p:nvPr>
            <p:ph type="ftr" idx="11"/>
          </p:nvPr>
        </p:nvSpPr>
        <p:spPr>
          <a:xfrm>
            <a:off x="0" y="6356351"/>
            <a:ext cx="12190413" cy="365125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330157" y="365126"/>
            <a:ext cx="9726934" cy="564317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sz="4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330157" y="1143001"/>
            <a:ext cx="11664705" cy="503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609521" y="6356355"/>
            <a:ext cx="28444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4165058" y="6356355"/>
            <a:ext cx="386029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8736463" y="6356355"/>
            <a:ext cx="28444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0" name="Google Shape;40;p7"/>
          <p:cNvGrpSpPr/>
          <p:nvPr/>
        </p:nvGrpSpPr>
        <p:grpSpPr>
          <a:xfrm>
            <a:off x="-794" y="5791200"/>
            <a:ext cx="12192793" cy="1066800"/>
            <a:chOff x="-794" y="5791200"/>
            <a:chExt cx="12192794" cy="1066800"/>
          </a:xfrm>
        </p:grpSpPr>
        <p:grpSp>
          <p:nvGrpSpPr>
            <p:cNvPr id="41" name="Google Shape;41;p7"/>
            <p:cNvGrpSpPr/>
            <p:nvPr/>
          </p:nvGrpSpPr>
          <p:grpSpPr>
            <a:xfrm>
              <a:off x="0" y="5791200"/>
              <a:ext cx="12192000" cy="1066800"/>
              <a:chOff x="0" y="5791200"/>
              <a:chExt cx="12192000" cy="1066800"/>
            </a:xfrm>
          </p:grpSpPr>
          <p:sp>
            <p:nvSpPr>
              <p:cNvPr id="42" name="Google Shape;42;p7"/>
              <p:cNvSpPr/>
              <p:nvPr/>
            </p:nvSpPr>
            <p:spPr>
              <a:xfrm rot="10800000">
                <a:off x="0" y="5791200"/>
                <a:ext cx="12192000" cy="1066800"/>
              </a:xfrm>
              <a:prstGeom prst="rect">
                <a:avLst/>
              </a:prstGeom>
              <a:solidFill>
                <a:srgbClr val="1306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43;p7"/>
              <p:cNvSpPr/>
              <p:nvPr/>
            </p:nvSpPr>
            <p:spPr>
              <a:xfrm rot="10800000">
                <a:off x="0" y="5791200"/>
                <a:ext cx="12192000" cy="18097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44" name="Google Shape;44;p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-794" y="5792970"/>
              <a:ext cx="894148" cy="106503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5" name="Google Shape;45;p7"/>
          <p:cNvGrpSpPr/>
          <p:nvPr/>
        </p:nvGrpSpPr>
        <p:grpSpPr>
          <a:xfrm>
            <a:off x="0" y="0"/>
            <a:ext cx="12191999" cy="1066800"/>
            <a:chOff x="0" y="0"/>
            <a:chExt cx="12192000" cy="1066800"/>
          </a:xfrm>
        </p:grpSpPr>
        <p:grpSp>
          <p:nvGrpSpPr>
            <p:cNvPr id="46" name="Google Shape;46;p7"/>
            <p:cNvGrpSpPr/>
            <p:nvPr/>
          </p:nvGrpSpPr>
          <p:grpSpPr>
            <a:xfrm>
              <a:off x="0" y="0"/>
              <a:ext cx="12192000" cy="1066800"/>
              <a:chOff x="0" y="0"/>
              <a:chExt cx="12192000" cy="1066800"/>
            </a:xfrm>
          </p:grpSpPr>
          <p:sp>
            <p:nvSpPr>
              <p:cNvPr id="47" name="Google Shape;47;p7"/>
              <p:cNvSpPr/>
              <p:nvPr/>
            </p:nvSpPr>
            <p:spPr>
              <a:xfrm>
                <a:off x="0" y="0"/>
                <a:ext cx="12192000" cy="1066800"/>
              </a:xfrm>
              <a:prstGeom prst="rect">
                <a:avLst/>
              </a:prstGeom>
              <a:solidFill>
                <a:srgbClr val="1306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48;p7"/>
              <p:cNvSpPr/>
              <p:nvPr/>
            </p:nvSpPr>
            <p:spPr>
              <a:xfrm>
                <a:off x="0" y="885825"/>
                <a:ext cx="12192000" cy="18097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49" name="Google Shape;49;p7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875896" y="0"/>
              <a:ext cx="2315311" cy="98583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75995" y="137160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  <a:defRPr sz="4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body" idx="1"/>
          </p:nvPr>
        </p:nvSpPr>
        <p:spPr>
          <a:xfrm>
            <a:off x="3656806" y="3429000"/>
            <a:ext cx="5257800" cy="763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docs.python.org/3/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otel Reservation Vector Art, Icons, and Graphics for Free Download">
            <a:extLst>
              <a:ext uri="{FF2B5EF4-FFF2-40B4-BE49-F238E27FC236}">
                <a16:creationId xmlns:a16="http://schemas.microsoft.com/office/drawing/2014/main" id="{FD456115-A04C-2F04-0C40-4281528BA9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243" y="2633473"/>
            <a:ext cx="7583557" cy="3630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Google Shape;71;p11"/>
          <p:cNvSpPr txBox="1">
            <a:spLocks noGrp="1"/>
          </p:cNvSpPr>
          <p:nvPr>
            <p:ph type="body" idx="1"/>
          </p:nvPr>
        </p:nvSpPr>
        <p:spPr>
          <a:xfrm>
            <a:off x="1218406" y="5378473"/>
            <a:ext cx="8158956" cy="1192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spcBef>
                <a:spcPts val="0"/>
              </a:spcBef>
              <a:buClr>
                <a:srgbClr val="000000"/>
              </a:buClr>
            </a:pPr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</a:t>
            </a: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CAL851</a:t>
            </a:r>
          </a:p>
          <a:p>
            <a:pPr marL="0" indent="0" algn="l">
              <a:spcBef>
                <a:spcPts val="0"/>
              </a:spcBef>
              <a:buClr>
                <a:srgbClr val="000000"/>
              </a:buClr>
            </a:pPr>
            <a:r>
              <a:rPr lang="en-US" alt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By</a:t>
            </a:r>
            <a:r>
              <a:rPr lang="en-US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Bharat Bhushan/ K27016, Dalbir Prasad Dhaker/ K27017</a:t>
            </a:r>
            <a:r>
              <a:rPr lang="en-US" altLang="en-US" sz="1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spcBef>
                <a:spcPts val="0"/>
              </a:spcBef>
              <a:buClr>
                <a:srgbClr val="000000"/>
              </a:buClr>
            </a:pPr>
            <a:r>
              <a:rPr lang="en-US" alt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By: </a:t>
            </a:r>
            <a:r>
              <a:rPr lang="en-US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 Arshad Hussain {Assistant Professor, </a:t>
            </a:r>
            <a:r>
              <a:rPr lang="en-US" altLang="en-US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Cpur</a:t>
            </a:r>
            <a:r>
              <a:rPr lang="en-US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-Kota}</a:t>
            </a:r>
          </a:p>
          <a:p>
            <a:pPr marL="0" lvl="0" indent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Department: </a:t>
            </a:r>
            <a:r>
              <a:rPr lang="en-US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Master of Computer Application.</a:t>
            </a:r>
            <a:endParaRPr lang="en-US" altLang="en-US" sz="120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marL="0" indent="0" algn="l">
              <a:spcBef>
                <a:spcPts val="0"/>
              </a:spcBef>
              <a:buClr>
                <a:srgbClr val="000000"/>
              </a:buClr>
            </a:pPr>
            <a:endParaRPr lang="en-US" altLang="en-US" sz="12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indent="0" algn="l">
              <a:spcBef>
                <a:spcPts val="0"/>
              </a:spcBef>
              <a:buClr>
                <a:srgbClr val="000000"/>
              </a:buClr>
            </a:pPr>
            <a:endParaRPr lang="en-US" altLang="en-US" sz="12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indent="0" algn="l">
              <a:spcBef>
                <a:spcPts val="0"/>
              </a:spcBef>
              <a:buClr>
                <a:srgbClr val="000000"/>
              </a:buClr>
            </a:pPr>
            <a:endParaRPr lang="en-US" altLang="en-US" sz="120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endParaRPr lang="en-US" sz="1200" dirty="0"/>
          </a:p>
        </p:txBody>
      </p:sp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194278" y="975591"/>
            <a:ext cx="9372600" cy="129540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HOTEL ROOM BOOKING SYSTEM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6D37F5-D1AC-44CF-3BF5-4BFD352C5F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460395"/>
            <a:ext cx="12190413" cy="3976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538DB8-D3AC-D49D-C466-95B7B6C5CCB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9000"/>
          </a:blip>
          <a:stretch>
            <a:fillRect/>
          </a:stretch>
        </p:blipFill>
        <p:spPr>
          <a:xfrm>
            <a:off x="357589" y="1024127"/>
            <a:ext cx="11475235" cy="5326977"/>
          </a:xfrm>
          <a:prstGeom prst="rect">
            <a:avLst/>
          </a:prstGeom>
          <a:effectLst>
            <a:softEdge rad="1257300"/>
          </a:effectLst>
        </p:spPr>
      </p:pic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>
            <a:off x="357589" y="365126"/>
            <a:ext cx="9726934" cy="564317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>
            <a:off x="357589" y="1989932"/>
            <a:ext cx="3594171" cy="2878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Introduction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Overall Description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Specific Requirements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</a:pPr>
            <a: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System Design Overview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</a:pPr>
            <a: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Future Enhancements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</a:pPr>
            <a: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Conclusion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</a:pPr>
            <a: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References </a:t>
            </a:r>
          </a:p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C739219-3A8A-52AA-124C-4ADDC7F421F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0" y="929443"/>
            <a:ext cx="12190413" cy="5380116"/>
          </a:xfrm>
          <a:prstGeom prst="rect">
            <a:avLst/>
          </a:prstGeom>
        </p:spPr>
      </p:pic>
      <p:sp>
        <p:nvSpPr>
          <p:cNvPr id="84" name="Google Shape;84;p13"/>
          <p:cNvSpPr txBox="1">
            <a:spLocks noGrp="1"/>
          </p:cNvSpPr>
          <p:nvPr>
            <p:ph type="title"/>
          </p:nvPr>
        </p:nvSpPr>
        <p:spPr>
          <a:xfrm>
            <a:off x="330157" y="365126"/>
            <a:ext cx="9726934" cy="564317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40F311-BF32-D2BD-EE7E-E6FBC0A3B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0158" y="1028700"/>
            <a:ext cx="11528512" cy="5181601"/>
          </a:xfrm>
        </p:spPr>
        <p:txBody>
          <a:bodyPr>
            <a:normAutofit fontScale="92500" lnSpcReduction="10000"/>
          </a:bodyPr>
          <a:lstStyle/>
          <a:p>
            <a:pPr algn="just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 Purpose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Python-based hotel room booking system that simplifies room management, booking, cancellations, and billing.</a:t>
            </a:r>
          </a:p>
          <a:p>
            <a:pPr algn="just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 Scope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designed for small to medium-sized hotels to automate booking operations using object-oriented programming principles.</a:t>
            </a:r>
          </a:p>
          <a:p>
            <a:pPr algn="just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 Objectives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core OOP concepts: inheritance, overloading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file I/O for data persistence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exceptions gracefully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conditionals for decision-making logic</a:t>
            </a:r>
          </a:p>
          <a:p>
            <a:pPr algn="just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1.4 Technologies Used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3.x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files for data storage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Programming (OOP)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 Handling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330158" y="365540"/>
            <a:ext cx="9726934" cy="564317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2. OVERALL DESCRIPTION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1"/>
          </p:nvPr>
        </p:nvSpPr>
        <p:spPr>
          <a:xfrm>
            <a:off x="330158" y="929857"/>
            <a:ext cx="11528512" cy="5431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lvl="0" algn="just">
              <a:lnSpc>
                <a:spcPct val="80000"/>
              </a:lnSpc>
              <a:buNone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 Product Perspective</a:t>
            </a:r>
          </a:p>
          <a:p>
            <a:pPr algn="just">
              <a:lnSpc>
                <a:spcPct val="80000"/>
              </a:lnSpc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 standalone desktop application built using Python. It does not require internet connectivity and stores data locally.</a:t>
            </a:r>
          </a:p>
          <a:p>
            <a:pPr algn="just">
              <a:lnSpc>
                <a:spcPct val="80000"/>
              </a:lnSpc>
              <a:buNone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2.2 Product Features</a:t>
            </a:r>
          </a:p>
          <a:p>
            <a:pPr algn="just">
              <a:lnSpc>
                <a:spcPct val="80000"/>
              </a:lnSpc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 availability check</a:t>
            </a:r>
          </a:p>
          <a:p>
            <a:pPr algn="just">
              <a:lnSpc>
                <a:spcPct val="80000"/>
              </a:lnSpc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and cancellation</a:t>
            </a:r>
          </a:p>
          <a:p>
            <a:pPr algn="just">
              <a:lnSpc>
                <a:spcPct val="80000"/>
              </a:lnSpc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Bill generation</a:t>
            </a:r>
          </a:p>
          <a:p>
            <a:pPr algn="just">
              <a:lnSpc>
                <a:spcPct val="80000"/>
              </a:lnSpc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and user roles</a:t>
            </a:r>
          </a:p>
          <a:p>
            <a:pPr algn="just">
              <a:lnSpc>
                <a:spcPct val="80000"/>
              </a:lnSpc>
              <a:buNone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 User Characteristics</a:t>
            </a:r>
          </a:p>
          <a:p>
            <a:pPr algn="just">
              <a:lnSpc>
                <a:spcPct val="80000"/>
              </a:lnSpc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Admin: manages rooms and bookings</a:t>
            </a:r>
          </a:p>
          <a:p>
            <a:pPr algn="just">
              <a:lnSpc>
                <a:spcPct val="80000"/>
              </a:lnSpc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Guest: books and cancels rooms</a:t>
            </a:r>
          </a:p>
          <a:p>
            <a:pPr algn="just">
              <a:lnSpc>
                <a:spcPct val="80000"/>
              </a:lnSpc>
              <a:buNone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2.4 Constraints</a:t>
            </a:r>
          </a:p>
          <a:p>
            <a:pPr algn="just">
              <a:lnSpc>
                <a:spcPct val="80000"/>
              </a:lnSpc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GUI (command-line interface only)</a:t>
            </a:r>
          </a:p>
          <a:p>
            <a:pPr algn="just">
              <a:lnSpc>
                <a:spcPct val="80000"/>
              </a:lnSpc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to local file storage</a:t>
            </a:r>
          </a:p>
          <a:p>
            <a:pPr algn="just">
              <a:lnSpc>
                <a:spcPct val="80000"/>
              </a:lnSpc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Single-user access at a time</a:t>
            </a:r>
          </a:p>
          <a:p>
            <a:pPr algn="just">
              <a:lnSpc>
                <a:spcPct val="80000"/>
              </a:lnSpc>
              <a:buNone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2.5 Assumptions and Dependencies</a:t>
            </a:r>
          </a:p>
          <a:p>
            <a:pPr algn="just">
              <a:lnSpc>
                <a:spcPct val="80000"/>
              </a:lnSpc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must be installed</a:t>
            </a:r>
          </a:p>
          <a:p>
            <a:pPr algn="just">
              <a:lnSpc>
                <a:spcPct val="80000"/>
              </a:lnSpc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stored in  files</a:t>
            </a:r>
          </a:p>
          <a:p>
            <a:pPr algn="just">
              <a:lnSpc>
                <a:spcPct val="80000"/>
              </a:lnSpc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understand basic CLI navigation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ACC384-7F6C-247B-49C5-F4E659577D0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330159" y="929443"/>
            <a:ext cx="11528512" cy="53801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901E6-F7B4-7738-E2B9-EBFD3BD03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3. SPECIFIC REQUIREMENTS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F2A92B-159F-A463-89D9-B7BEFF1BF4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0158" y="1261460"/>
            <a:ext cx="5765048" cy="433508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3.1 Functional Requirements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Add, update, delete room details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and cancel rooms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and display bills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booking data to files</a:t>
            </a:r>
          </a:p>
          <a:p>
            <a:pPr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3.2 Non-Functional Requirements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response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exception handling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Easy-to-read file 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Maintainable code with modular design.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31ED5E-6750-809C-30B5-6EB2A2978A2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330157" y="929443"/>
            <a:ext cx="11530098" cy="5380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920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330157" y="365126"/>
            <a:ext cx="9726934" cy="564317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>
              <a:buSzPct val="100000"/>
            </a:pPr>
            <a:r>
              <a:rPr lang="en-IN" dirty="0"/>
              <a:t>4. SYSTEM DESIGN OVERVIEW</a:t>
            </a:r>
          </a:p>
        </p:txBody>
      </p:sp>
      <p:sp>
        <p:nvSpPr>
          <p:cNvPr id="97" name="Google Shape;97;p15"/>
          <p:cNvSpPr txBox="1">
            <a:spLocks noGrp="1"/>
          </p:cNvSpPr>
          <p:nvPr>
            <p:ph type="body" idx="1"/>
          </p:nvPr>
        </p:nvSpPr>
        <p:spPr>
          <a:xfrm>
            <a:off x="330157" y="1115156"/>
            <a:ext cx="5915194" cy="462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4.1 System Architecture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Design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 (base class)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(inherits Room)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Bill (overloaded methods)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I/O: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rooms.txt, bookings.txt, bills.txt</a:t>
            </a:r>
          </a:p>
          <a:p>
            <a:pPr marL="1143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4.2 Module Description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 Module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Manages room details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Module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Handles booking and cancellation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Billing Module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Calculates charges and prints bill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 Module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Catches input and file errors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F9C07D-778D-65DF-33E0-B5642CFCD33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330157" y="929443"/>
            <a:ext cx="11530100" cy="53801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41FD4-6650-4C37-5189-18B2FAAA9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FUTURE ENHANCEMENTS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185E75A-2CF5-464C-48A5-335BA92579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33148" y="1342787"/>
            <a:ext cx="10500519" cy="42282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5,1 To improve usability and scalability, the system can be enhanced with:</a:t>
            </a:r>
          </a:p>
          <a:p>
            <a:pPr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 Integration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Add a user-friendly interface using Tkinter or PyQt to create interactive windows, buttons, and forms. </a:t>
            </a:r>
          </a:p>
          <a:p>
            <a:pPr marL="571500" lvl="1" indent="0">
              <a:buNone/>
            </a:pPr>
            <a:r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  <a:r>
              <a:rPr lang="en-US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Enhances user experience and reduces reliance on command-line inputs</a:t>
            </a:r>
            <a:r>
              <a:rPr lang="en-US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Support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 SQLite or MySQL for better data management instead of text files.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71500" lvl="1" indent="0">
              <a:buNone/>
            </a:pPr>
            <a:r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Impact: Enables faster queries, better data management, and multi-user support.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Multi-User Access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Implement login and role-based access for admins and guests.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&amp; Mobile Access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Develop a web interface or mobile app for remote booking.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Send booking confirmations via email or SMS.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Billing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Include discounts, taxes, and payment options.</a:t>
            </a:r>
          </a:p>
          <a:p>
            <a:pPr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D662CE-4EE4-8990-82E5-3EE515A97FE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330157" y="929443"/>
            <a:ext cx="11530098" cy="5380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80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2DD4A-7E33-245A-9B27-189DDA2B6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158" y="365540"/>
            <a:ext cx="9726934" cy="564317"/>
          </a:xfrm>
        </p:spPr>
        <p:txBody>
          <a:bodyPr>
            <a:normAutofit fontScale="90000"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6. 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6736D5-3865-CD34-0858-C15E348757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Hotel Room Booking System demonstrates effective use of Python programming concepts to manage hotel operations. It is scalable and can be enhanced with additional features for real-world deployment.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700B92-BD11-59AE-E04E-776E2B772DF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330159" y="929443"/>
            <a:ext cx="11528512" cy="5380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848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882A-7F37-64A7-EA44-DD91BD035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/>
              <a:t>REFERENCES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B033F62-7561-4E9E-AF6D-BE4230AE5A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30157" y="1423999"/>
            <a:ext cx="516038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Documentation: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https://docs.python.org/3/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OOP Concepts in Python 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File Handling and Exception Handling Tutorials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E5E32E-DC34-F108-C9BD-ECE7BA1C5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6925" y="2624328"/>
            <a:ext cx="4456562" cy="1963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326673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 3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ecture PPT Templat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554</Words>
  <Application>Microsoft Office PowerPoint</Application>
  <PresentationFormat>Custom</PresentationFormat>
  <Paragraphs>90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Times New Roman</vt:lpstr>
      <vt:lpstr>Arial</vt:lpstr>
      <vt:lpstr>Calibri</vt:lpstr>
      <vt:lpstr>Arial Black</vt:lpstr>
      <vt:lpstr>Noto Sans Symbols</vt:lpstr>
      <vt:lpstr>Template 3</vt:lpstr>
      <vt:lpstr>Lecture PPT Template</vt:lpstr>
      <vt:lpstr>HOTEL ROOM BOOKING SYSTEM</vt:lpstr>
      <vt:lpstr>Table of Content</vt:lpstr>
      <vt:lpstr>INTRODUCTION</vt:lpstr>
      <vt:lpstr>2. OVERALL DESCRIPTION</vt:lpstr>
      <vt:lpstr>3. SPECIFIC REQUIREMENTS</vt:lpstr>
      <vt:lpstr>4. SYSTEM DESIGN OVERVIEW</vt:lpstr>
      <vt:lpstr>5. FUTURE ENHANCEMENTS</vt:lpstr>
      <vt:lpstr>6. 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Lenovo</dc:creator>
  <cp:lastModifiedBy>Dalbir Prasad Dhaker</cp:lastModifiedBy>
  <cp:revision>12</cp:revision>
  <dcterms:modified xsi:type="dcterms:W3CDTF">2025-11-08T02:03:23Z</dcterms:modified>
</cp:coreProperties>
</file>