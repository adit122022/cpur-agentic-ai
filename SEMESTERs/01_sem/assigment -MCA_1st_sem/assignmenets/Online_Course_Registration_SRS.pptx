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Course Registration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Software Requirements Specification (SRS)</a:t>
            </a:r>
          </a:p>
          <a:p>
            <a:endParaRPr dirty="0"/>
          </a:p>
          <a:p>
            <a:r>
              <a:rPr dirty="0"/>
              <a:t>Course: Programming with Python (CAL813)</a:t>
            </a:r>
          </a:p>
          <a:p>
            <a:r>
              <a:rPr dirty="0"/>
              <a:t>Prepared by: </a:t>
            </a:r>
            <a:r>
              <a:rPr dirty="0" err="1"/>
              <a:t>Mubasshar</a:t>
            </a:r>
            <a:r>
              <a:rPr dirty="0"/>
              <a:t> Ansari &amp; Unnati Tyagi</a:t>
            </a:r>
          </a:p>
          <a:p>
            <a:r>
              <a:rPr dirty="0"/>
              <a:t>Submitted to: Mr. Arshad Hussain</a:t>
            </a:r>
          </a:p>
          <a:p>
            <a:r>
              <a:t>School of Computer Applications, 1st Semester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Introduction:</a:t>
            </a:r>
          </a:p>
          <a:p>
            <a:r>
              <a:rPr sz="1800" dirty="0"/>
              <a:t>- Digital platform for student course registration.</a:t>
            </a:r>
          </a:p>
          <a:p>
            <a:r>
              <a:rPr sz="1800" dirty="0"/>
              <a:t>- Reduces manual errors, saves time, ensures transparency.</a:t>
            </a:r>
          </a:p>
          <a:p>
            <a:endParaRPr dirty="0"/>
          </a:p>
          <a:p>
            <a:r>
              <a:rPr dirty="0"/>
              <a:t>Purpose:</a:t>
            </a:r>
          </a:p>
          <a:p>
            <a:r>
              <a:rPr sz="1800" dirty="0"/>
              <a:t>- Define functionalities and performance requirements.</a:t>
            </a:r>
          </a:p>
          <a:p>
            <a:r>
              <a:rPr sz="1800" dirty="0"/>
              <a:t>- Reference for developers, testers, and stakeholders.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Scope:</a:t>
            </a:r>
          </a:p>
          <a:p>
            <a:r>
              <a:rPr sz="1800" dirty="0"/>
              <a:t>- Students can browse and register for courses.</a:t>
            </a:r>
          </a:p>
          <a:p>
            <a:r>
              <a:rPr sz="1800" dirty="0"/>
              <a:t>- Admins can manage courses and registrations.</a:t>
            </a:r>
          </a:p>
          <a:p>
            <a:r>
              <a:rPr sz="1800" dirty="0"/>
              <a:t>- Generates confirmation receipts and maintains records.</a:t>
            </a:r>
          </a:p>
          <a:p>
            <a:endParaRPr dirty="0"/>
          </a:p>
          <a:p>
            <a:r>
              <a:rPr dirty="0"/>
              <a:t>Objectives:</a:t>
            </a:r>
          </a:p>
          <a:p>
            <a:r>
              <a:rPr sz="1800" dirty="0"/>
              <a:t>- Automate registration process.</a:t>
            </a:r>
          </a:p>
          <a:p>
            <a:r>
              <a:rPr sz="1800" dirty="0"/>
              <a:t>- Ensure data accuracy and prevent duplicates.</a:t>
            </a:r>
          </a:p>
          <a:p>
            <a:r>
              <a:rPr sz="1800" dirty="0"/>
              <a:t>- Provide secure and user-friendly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&amp;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Technologies Used:</a:t>
            </a:r>
          </a:p>
          <a:p>
            <a:r>
              <a:rPr dirty="0"/>
              <a:t>- </a:t>
            </a:r>
            <a:r>
              <a:rPr sz="1900" dirty="0"/>
              <a:t>Frontend: HTML, CSS, JS / React</a:t>
            </a:r>
          </a:p>
          <a:p>
            <a:r>
              <a:rPr sz="1900" dirty="0"/>
              <a:t>- Backend: PHP / Python / Node.js</a:t>
            </a:r>
          </a:p>
          <a:p>
            <a:r>
              <a:rPr sz="1900" dirty="0"/>
              <a:t>- Database: MySQL / PostgreSQL</a:t>
            </a:r>
          </a:p>
          <a:p>
            <a:endParaRPr dirty="0"/>
          </a:p>
          <a:p>
            <a:r>
              <a:rPr dirty="0"/>
              <a:t>Key Features:</a:t>
            </a:r>
          </a:p>
          <a:p>
            <a:r>
              <a:rPr sz="1800" dirty="0"/>
              <a:t>- Secure login for students/admins</a:t>
            </a:r>
          </a:p>
          <a:p>
            <a:r>
              <a:rPr sz="1800" dirty="0"/>
              <a:t>- Add/update/delete courses</a:t>
            </a:r>
          </a:p>
          <a:p>
            <a:r>
              <a:rPr sz="1800" dirty="0"/>
              <a:t>- Course registration &amp; confirmation</a:t>
            </a:r>
          </a:p>
          <a:p>
            <a:r>
              <a:rPr sz="1800" dirty="0"/>
              <a:t>- Search &amp; filter courses</a:t>
            </a:r>
          </a:p>
          <a:p>
            <a:r>
              <a:rPr sz="1800" dirty="0"/>
              <a:t>- Notifications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Functional Requirements:</a:t>
            </a:r>
          </a:p>
          <a:p>
            <a:r>
              <a:rPr sz="1800" dirty="0"/>
              <a:t>- User Authentication</a:t>
            </a:r>
          </a:p>
          <a:p>
            <a:r>
              <a:rPr sz="1800" dirty="0"/>
              <a:t>- Course Management</a:t>
            </a:r>
          </a:p>
          <a:p>
            <a:r>
              <a:rPr sz="1800" dirty="0"/>
              <a:t>- Course Registration</a:t>
            </a:r>
          </a:p>
          <a:p>
            <a:r>
              <a:rPr sz="1800" dirty="0"/>
              <a:t>- Confirmation &amp; Notifications</a:t>
            </a:r>
          </a:p>
          <a:p>
            <a:r>
              <a:rPr sz="1800" dirty="0"/>
              <a:t>- Search &amp; Filter</a:t>
            </a:r>
          </a:p>
          <a:p>
            <a:endParaRPr dirty="0"/>
          </a:p>
          <a:p>
            <a:r>
              <a:rPr dirty="0"/>
              <a:t>Non-Functional Requirements:</a:t>
            </a:r>
          </a:p>
          <a:p>
            <a:r>
              <a:rPr sz="2100" dirty="0"/>
              <a:t>- Performance: 500 users concurrently</a:t>
            </a:r>
          </a:p>
          <a:p>
            <a:r>
              <a:rPr sz="2100" dirty="0"/>
              <a:t>- Security: Data encryption</a:t>
            </a:r>
          </a:p>
          <a:p>
            <a:r>
              <a:rPr sz="2100" dirty="0"/>
              <a:t>- Usability: Responsive design</a:t>
            </a:r>
          </a:p>
          <a:p>
            <a:r>
              <a:rPr sz="2100" dirty="0"/>
              <a:t>- Reliability: 99% uptime</a:t>
            </a:r>
          </a:p>
          <a:p>
            <a:r>
              <a:rPr sz="2100" dirty="0"/>
              <a:t>- Scalability: Future-proof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System Design (High-Level):</a:t>
            </a:r>
          </a:p>
          <a:p>
            <a:r>
              <a:rPr sz="2000" dirty="0"/>
              <a:t>User Layer → Logic Layer → Database Layer → Output/Reports</a:t>
            </a:r>
          </a:p>
          <a:p>
            <a:endParaRPr dirty="0"/>
          </a:p>
          <a:p>
            <a:r>
              <a:rPr dirty="0"/>
              <a:t>Future Enhancements:</a:t>
            </a:r>
          </a:p>
          <a:p>
            <a:r>
              <a:rPr sz="1800" dirty="0"/>
              <a:t>- Online payment integration</a:t>
            </a:r>
          </a:p>
          <a:p>
            <a:r>
              <a:rPr sz="1800" dirty="0"/>
              <a:t>- Email/SMS notifications</a:t>
            </a:r>
          </a:p>
          <a:p>
            <a:r>
              <a:rPr sz="1800" dirty="0"/>
              <a:t>- AI-based course recommendations</a:t>
            </a:r>
          </a:p>
          <a:p>
            <a:r>
              <a:rPr sz="1800" dirty="0"/>
              <a:t>- Mobile app 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289</Words>
  <Application>Microsoft Office PowerPoint</Application>
  <PresentationFormat>On-screen Show (4:3)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Online Course Registration System</vt:lpstr>
      <vt:lpstr>Introduction &amp; Purpose</vt:lpstr>
      <vt:lpstr>Scope &amp; Objectives</vt:lpstr>
      <vt:lpstr>Technologies &amp; Key Features</vt:lpstr>
      <vt:lpstr>Requirements</vt:lpstr>
      <vt:lpstr>System Design &amp; 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Sharma</cp:lastModifiedBy>
  <cp:revision>2</cp:revision>
  <dcterms:created xsi:type="dcterms:W3CDTF">2013-01-27T09:14:16Z</dcterms:created>
  <dcterms:modified xsi:type="dcterms:W3CDTF">2025-10-16T16:24:05Z</dcterms:modified>
  <cp:category/>
</cp:coreProperties>
</file>